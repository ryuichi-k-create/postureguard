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645920"/>
            <a:ext cx="4114800" cy="4114800"/>
          </a:xfrm>
          <a:prstGeom prst="ellipse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108960"/>
            <a:ext cx="2926080" cy="2926080"/>
          </a:xfrm>
          <a:prstGeom prst="ellipse">
            <a:avLst/>
          </a:prstGeom>
          <a:solidFill>
            <a:srgbClr val="02C39A">
              <a:alpha val="60000"/>
            </a:srgbClr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411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PostureGuard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2920" y="1554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姿勢崩れを、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502920" y="214884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崩れた瞬間に教えてくれる。</a:t>
            </a:r>
            <a:endParaRPr lang="en-US" sz="5000" dirty="0"/>
          </a:p>
        </p:txBody>
      </p:sp>
      <p:sp>
        <p:nvSpPr>
          <p:cNvPr id="8" name="Shape 5"/>
          <p:cNvSpPr/>
          <p:nvPr/>
        </p:nvSpPr>
        <p:spPr>
          <a:xfrm>
            <a:off x="502920" y="3200400"/>
            <a:ext cx="4572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32004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Webカメラ × ブラウザ内AI × リアルタイム通知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2920" y="45491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Ryuichi Konishi  ／  Safie Tech Build 2026.05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2926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USER &amp;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「崩れたことに、気づけない」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8691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PostureGuard  /  Safie Tech Build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955280" y="48691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/ 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402336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54480"/>
            <a:ext cx="73152" cy="2743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97280" y="17556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ターゲット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5800" y="22402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在宅で1日8時間以上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PCに向かう人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85800" y="33375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リモートワーカー・大学院生・在宅エンジニア。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気づくと猫背、首は前に突き出している。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63440" y="1554480"/>
            <a:ext cx="4023360" cy="274320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78308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03520" y="17556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CORE PROBLEM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892040" y="22402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「崩れてから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気づくまでの時間」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4892040" y="34290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集中していると姿勢が崩れたことに気づかない。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気づいた時には、すでに肩こり・腰痛。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「崩れた瞬間に教えてくれるもの」が、ない。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2926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Next.js × TypeScript × MediaPipe.js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8691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PostureGuard  /  Safie Tech Build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955280" y="48691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/ 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54480"/>
            <a:ext cx="26517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51560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80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INPUT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008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Webカメラ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0080" y="24688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getUserMedia API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46120" y="155448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554480"/>
            <a:ext cx="2651760" cy="7315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78308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840480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F4C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 INFERENCE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42900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MediaPipe.js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3429000" y="24688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WASMで骨格33点を推定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035040" y="155448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035040" y="1554480"/>
            <a:ext cx="265176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783080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629400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JUDGE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621792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ルールベース判定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6217920" y="24688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基準姿勢との差分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3108960" y="19659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Text 22"/>
          <p:cNvSpPr/>
          <p:nvPr/>
        </p:nvSpPr>
        <p:spPr>
          <a:xfrm>
            <a:off x="5852160" y="19659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3"/>
          <p:cNvSpPr/>
          <p:nvPr/>
        </p:nvSpPr>
        <p:spPr>
          <a:xfrm>
            <a:off x="457200" y="3108960"/>
            <a:ext cx="8229600" cy="91440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383280"/>
            <a:ext cx="411480" cy="41148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37160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OUTPUT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37160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崩れが5秒続いたら → アラート音</a:t>
            </a:r>
            <a:endParaRPr lang="en-US" sz="1800" dirty="0"/>
          </a:p>
        </p:txBody>
      </p:sp>
      <p:sp>
        <p:nvSpPr>
          <p:cNvPr id="32" name="Text 26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最大のこだわり：バックエンドを持たず、ブラウザ内で全部完結。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（FastAPI も Python サーバーも、不要）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2926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WHY BROWSER-ONLY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「サーバーに送らない」3つの理由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8691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PostureGuard  /  Safie Tech Build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955280" y="48691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/ 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237744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1828800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" y="2468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プライバシー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85800" y="2971800"/>
            <a:ext cx="457200" cy="36576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" y="310896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カメラ映像は1ピクセルもサーバーに送らない。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「部屋の映像」を他人に預ける不安をゼロに。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383280" y="1554480"/>
            <a:ext cx="237744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11880" y="178308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118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2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828800"/>
            <a:ext cx="411480" cy="4114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611880" y="2468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レイテンシ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3611880" y="2971800"/>
            <a:ext cx="4572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611880" y="310896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30fpsで毎フレーム判定。サーバー往復していたら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リアルタイム性は成立しない。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309360" y="1554480"/>
            <a:ext cx="237744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537960" y="178308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5379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2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828800"/>
            <a:ext cx="411480" cy="41148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537960" y="2468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コスト</a:t>
            </a:r>
            <a:endParaRPr lang="en-US" sz="2000" dirty="0"/>
          </a:p>
        </p:txBody>
      </p:sp>
      <p:sp>
        <p:nvSpPr>
          <p:cNvPr id="27" name="Shape 22"/>
          <p:cNvSpPr/>
          <p:nvPr/>
        </p:nvSpPr>
        <p:spPr>
          <a:xfrm>
            <a:off x="6537960" y="2971800"/>
            <a:ext cx="4572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537960" y="310896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サーバー処理ゼロ → Vercel無料枠で永続運用。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「続けられる」ことを最優先。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3840480" cy="3840480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1097280"/>
            <a:ext cx="2743200" cy="2743200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57200"/>
            <a:ext cx="502920" cy="2926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4754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FEEDBACK REQUEST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今日ほしいFBは、1つだけ。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「自分が毎日使うなら？」</a:t>
            </a:r>
            <a:endParaRPr lang="en-US" sz="46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45720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34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ターゲットは、僕でもあり、おそらくこの場の皆さんでもあります。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2651760" cy="10972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C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TIMING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9319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リアルタイム vs まとめ通知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どちらが続きそう？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3566160"/>
            <a:ext cx="2651760" cy="10972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C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SCOPE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29000" y="39319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姿勢以外で拾ってほしい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在宅作業の悩みは？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3566160"/>
            <a:ext cx="2651760" cy="10972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C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PLACEMENT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0" y="39319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どんな見た目・置き場所なら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「邪魔じゃない」？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Thank you. — Ryuichi Konishi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PostureGuard</dc:title>
  <dc:subject>PptxGenJS Presentation</dc:subject>
  <dc:creator>Ryuichi Konishi</dc:creator>
  <cp:lastModifiedBy>Ryuichi Konishi</cp:lastModifiedBy>
  <cp:revision>1</cp:revision>
  <dcterms:created xsi:type="dcterms:W3CDTF">2026-05-14T09:58:48Z</dcterms:created>
  <dcterms:modified xsi:type="dcterms:W3CDTF">2026-05-14T09:58:48Z</dcterms:modified>
</cp:coreProperties>
</file>